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37"/>
    <p:restoredTop sz="94376"/>
  </p:normalViewPr>
  <p:slideViewPr>
    <p:cSldViewPr snapToGrid="0" snapToObjects="1">
      <p:cViewPr>
        <p:scale>
          <a:sx n="98" d="100"/>
          <a:sy n="98" d="100"/>
        </p:scale>
        <p:origin x="128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AD78-8ECC-1546-B28D-49B93DB53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9F4F7-F3F4-4A4C-A523-FAB036C84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9D606-C7E7-C549-83E7-D33B5E296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01F1A-19F8-7C4C-B064-010CD53BDB6C}" type="datetimeFigureOut">
              <a:rPr lang="en-US" smtClean="0"/>
              <a:t>9/30/22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AE21E-B7A3-3C49-BB9F-EE0BFC52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EADE7-92DF-AC4B-9DB5-9642A6674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7649-42E2-8946-9A2D-8CC5311B3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64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886B-C853-5648-B086-B006879A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37960-CEBB-E843-9A8C-320A390AC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8B52B-3992-E64F-9F0C-9C24C104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01F1A-19F8-7C4C-B064-010CD53BDB6C}" type="datetimeFigureOut">
              <a:rPr lang="en-US" smtClean="0"/>
              <a:t>9/30/22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859F-BC1A-AC48-9E3C-C7E88D1E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A778E-CA87-F34D-B3DD-630BD1566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7649-42E2-8946-9A2D-8CC5311B3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70DBE-9FA7-D84E-8659-2E808667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4B8AB-55DC-1549-A6EE-97031A872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82041-7963-A444-9F56-1A4801A0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01F1A-19F8-7C4C-B064-010CD53BDB6C}" type="datetimeFigureOut">
              <a:rPr lang="en-US" smtClean="0"/>
              <a:t>9/30/22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70608-45D5-6F44-BBDA-7594CA669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E7BEE-5E21-5E46-A30D-2397153F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7649-42E2-8946-9A2D-8CC5311B3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63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08D1-8FFF-0145-B8DB-539310A1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4AA7A-5379-064D-85C3-BCC719C6A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339B8-8A2C-F24A-BD4D-CD7FBD42B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AD139-18EC-9E4B-B2CF-33404C36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01F1A-19F8-7C4C-B064-010CD53BDB6C}" type="datetimeFigureOut">
              <a:rPr lang="en-US" smtClean="0"/>
              <a:t>9/30/22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36A22-4419-4B40-A3A2-7E46843EB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D6F21-D8DC-FD48-933A-A7166830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7649-42E2-8946-9A2D-8CC5311B3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37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2745-074D-874D-81BF-E649A8EF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42B01-C0D2-0A4A-A522-B7463C972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91AA2-E988-AE4C-915F-859A0A17F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B565E-EED4-704E-9361-77072A84D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A78952-F101-604C-B89E-8B8C6C535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82B725-A08D-C74B-95C1-0E1911AC7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01F1A-19F8-7C4C-B064-010CD53BDB6C}" type="datetimeFigureOut">
              <a:rPr lang="en-US" smtClean="0"/>
              <a:t>9/30/22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58C56E-5542-A44F-89B1-E4566B269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BA305E-3124-C54F-84DD-B35FE3412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7649-42E2-8946-9A2D-8CC5311B3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72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DDC91-2F3C-9B42-B5EB-A9BE6B07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8CE964-000D-3444-9048-C965B5D96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01F1A-19F8-7C4C-B064-010CD53BDB6C}" type="datetimeFigureOut">
              <a:rPr lang="en-US" smtClean="0"/>
              <a:t>9/30/22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50B03-3F71-3F44-830B-4FD2ACFB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4913E-A3DD-E14E-B365-6A19BB89B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7649-42E2-8946-9A2D-8CC5311B3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61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CD47C-16C5-2545-9611-4ABD5CA5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01F1A-19F8-7C4C-B064-010CD53BDB6C}" type="datetimeFigureOut">
              <a:rPr lang="en-US" smtClean="0"/>
              <a:t>9/30/22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150735-44C3-1F4E-AB87-18A36971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E3AAF-53EA-6B4C-AD83-AD982049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7649-42E2-8946-9A2D-8CC5311B3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30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7D3C-81E6-CD4B-A0A6-AE092BDF9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9CFFF-5E06-E643-BCDF-076E1F93E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F8B57-7A99-3D4E-97C3-1BECE56AD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70717-F279-BA42-AF90-FFEEDE5FB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01F1A-19F8-7C4C-B064-010CD53BDB6C}" type="datetimeFigureOut">
              <a:rPr lang="en-US" smtClean="0"/>
              <a:t>9/30/22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D030A-BD15-4446-BA74-3C86ED94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18C16-8F3D-F449-848F-840DD685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7649-42E2-8946-9A2D-8CC5311B3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90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8401-E267-9A44-8066-869A2511D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B9420A-354B-8744-BCCF-2863D48EF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46DE4-6E3E-2A47-A80F-B88C43902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77661-23D9-6241-BB6B-47C0118C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01F1A-19F8-7C4C-B064-010CD53BDB6C}" type="datetimeFigureOut">
              <a:rPr lang="en-US" smtClean="0"/>
              <a:t>9/30/22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0CF21-714E-634F-865F-7A5E22AB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F5F47-76BA-0F4C-84D6-1F4B8216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7649-42E2-8946-9A2D-8CC5311B3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10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A8A3-DFE2-A14E-B2F2-084E6C9DC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28374-618F-B341-A05B-EC2CE0C21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8EB55-6969-F042-AA3B-AB09EE6C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01F1A-19F8-7C4C-B064-010CD53BDB6C}" type="datetimeFigureOut">
              <a:rPr lang="en-US" smtClean="0"/>
              <a:t>9/30/22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47181-B6C1-CC4A-B8DB-43E425B4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E6B16-6739-C646-8C86-686C04D1B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7649-42E2-8946-9A2D-8CC5311B3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34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4BCB36-D655-3043-94F8-94EF71F7E0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56978-0A51-C845-85A1-125FB8EB6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F23A9-1A3F-9848-AC39-94DB33DD9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01F1A-19F8-7C4C-B064-010CD53BDB6C}" type="datetimeFigureOut">
              <a:rPr lang="en-US" smtClean="0"/>
              <a:t>9/30/22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9866C-22FF-0442-9FF2-6B5597D1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E7F7F-563E-DF47-83EB-E2B64DA0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7649-42E2-8946-9A2D-8CC5311B3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75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C8DDA7-8EED-3D45-A331-ACD862BF3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C9944-2EA0-0F4B-A73F-0605EED96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BF900-E5AD-7344-B8D6-100A06304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01F1A-19F8-7C4C-B064-010CD53BDB6C}" type="datetimeFigureOut">
              <a:rPr lang="en-US" smtClean="0"/>
              <a:t>9/30/22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99B1D-EFBF-CA4C-91F4-DBF383682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02EF0-D300-194F-BCB2-1DEA256A3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97649-42E2-8946-9A2D-8CC5311B3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2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2CA6-7DD4-8D42-A2B1-DF468F65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picture containing table, cup, indoor, appliance&#10;&#10;Description automatically generated">
            <a:extLst>
              <a:ext uri="{FF2B5EF4-FFF2-40B4-BE49-F238E27FC236}">
                <a16:creationId xmlns:a16="http://schemas.microsoft.com/office/drawing/2014/main" id="{0588D3BB-D67A-1C46-9706-AA4DC1231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4248" y="1825625"/>
            <a:ext cx="3263503" cy="4351338"/>
          </a:xfr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A4B37E79-E951-8D44-9A88-9A95644AF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48DFD5-1515-4D45-A723-5ADBE2EF375B}"/>
              </a:ext>
            </a:extLst>
          </p:cNvPr>
          <p:cNvSpPr txBox="1"/>
          <p:nvPr/>
        </p:nvSpPr>
        <p:spPr>
          <a:xfrm>
            <a:off x="486351" y="110996"/>
            <a:ext cx="10911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+mj-lt"/>
              </a:rPr>
              <a:t>Experiments on glass capillary and piezo transducers</a:t>
            </a:r>
          </a:p>
        </p:txBody>
      </p:sp>
      <p:pic>
        <p:nvPicPr>
          <p:cNvPr id="8" name="Picture 7" descr="A picture containing table, cup, indoor, appliance&#10;&#10;Description automatically generated">
            <a:extLst>
              <a:ext uri="{FF2B5EF4-FFF2-40B4-BE49-F238E27FC236}">
                <a16:creationId xmlns:a16="http://schemas.microsoft.com/office/drawing/2014/main" id="{30E3B29D-08E5-5145-8913-8DEB2F058D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821" r="780"/>
          <a:stretch/>
        </p:blipFill>
        <p:spPr>
          <a:xfrm>
            <a:off x="490900" y="2464448"/>
            <a:ext cx="4379487" cy="38359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5AB033-B780-1A4C-AEC9-8E72EBBE0640}"/>
              </a:ext>
            </a:extLst>
          </p:cNvPr>
          <p:cNvSpPr txBox="1"/>
          <p:nvPr/>
        </p:nvSpPr>
        <p:spPr>
          <a:xfrm>
            <a:off x="2957715" y="3114706"/>
            <a:ext cx="6190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i="0" dirty="0">
                <a:solidFill>
                  <a:srgbClr val="000000"/>
                </a:solidFill>
                <a:effectLst/>
                <a:latin typeface="Times" pitchFamily="2" charset="0"/>
              </a:rPr>
              <a:t> 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076DE-A911-0644-BE12-943A20E1B516}"/>
              </a:ext>
            </a:extLst>
          </p:cNvPr>
          <p:cNvSpPr txBox="1"/>
          <p:nvPr/>
        </p:nvSpPr>
        <p:spPr>
          <a:xfrm>
            <a:off x="576423" y="3009672"/>
            <a:ext cx="130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Microscope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C27024-0729-3A45-98BD-544F3DE7CE06}"/>
              </a:ext>
            </a:extLst>
          </p:cNvPr>
          <p:cNvSpPr txBox="1"/>
          <p:nvPr/>
        </p:nvSpPr>
        <p:spPr>
          <a:xfrm>
            <a:off x="1384161" y="5219293"/>
            <a:ext cx="696043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pzt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1EA049-F53B-AA47-9CC6-B24DE9A7C8D5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1885563" y="3061786"/>
            <a:ext cx="616524" cy="1325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6EADA51-8215-4449-BFC6-2EB74363A37B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1732183" y="4228054"/>
            <a:ext cx="313866" cy="9912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picture containing table, cup, indoor, appliance&#10;&#10;Description automatically generated">
            <a:extLst>
              <a:ext uri="{FF2B5EF4-FFF2-40B4-BE49-F238E27FC236}">
                <a16:creationId xmlns:a16="http://schemas.microsoft.com/office/drawing/2014/main" id="{AAE37115-B211-1E4A-9A83-D523912106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831" t="59474" r="34912" b="26640"/>
          <a:stretch/>
        </p:blipFill>
        <p:spPr>
          <a:xfrm>
            <a:off x="5339842" y="3081569"/>
            <a:ext cx="5434012" cy="3218803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9E8E3E5-82B2-7E43-B097-3CC498244382}"/>
              </a:ext>
            </a:extLst>
          </p:cNvPr>
          <p:cNvCxnSpPr>
            <a:cxnSpLocks/>
            <a:endCxn id="35" idx="0"/>
          </p:cNvCxnSpPr>
          <p:nvPr/>
        </p:nvCxnSpPr>
        <p:spPr>
          <a:xfrm flipV="1">
            <a:off x="3127777" y="3081569"/>
            <a:ext cx="4929071" cy="11309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BB0BB30-36E0-754D-89AB-147011948C2B}"/>
              </a:ext>
            </a:extLst>
          </p:cNvPr>
          <p:cNvCxnSpPr>
            <a:cxnSpLocks/>
          </p:cNvCxnSpPr>
          <p:nvPr/>
        </p:nvCxnSpPr>
        <p:spPr>
          <a:xfrm>
            <a:off x="3100440" y="4714526"/>
            <a:ext cx="4956408" cy="15973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ED20711-ADDB-BC44-8136-DB61594AECD0}"/>
              </a:ext>
            </a:extLst>
          </p:cNvPr>
          <p:cNvSpPr/>
          <p:nvPr/>
        </p:nvSpPr>
        <p:spPr>
          <a:xfrm>
            <a:off x="2220576" y="4105376"/>
            <a:ext cx="907201" cy="659044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6AE99A2-5BC3-324B-B53B-2FF851B30EF0}"/>
                  </a:ext>
                </a:extLst>
              </p:cNvPr>
              <p:cNvSpPr txBox="1"/>
              <p:nvPr/>
            </p:nvSpPr>
            <p:spPr>
              <a:xfrm>
                <a:off x="5247462" y="1258805"/>
                <a:ext cx="5305478" cy="938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baseline="-2500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CA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𝑛𝑦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=1480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2(0.002)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=370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CA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6AE99A2-5BC3-324B-B53B-2FF851B30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462" y="1258805"/>
                <a:ext cx="5305478" cy="9389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2097D9A3-BF6F-0241-B42F-206FF7921DFF}"/>
              </a:ext>
            </a:extLst>
          </p:cNvPr>
          <p:cNvSpPr txBox="1"/>
          <p:nvPr/>
        </p:nvSpPr>
        <p:spPr>
          <a:xfrm>
            <a:off x="8672535" y="3439139"/>
            <a:ext cx="107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Flow cell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658CC44-EF2C-D149-9A1A-47CA01780893}"/>
              </a:ext>
            </a:extLst>
          </p:cNvPr>
          <p:cNvCxnSpPr>
            <a:cxnSpLocks/>
            <a:endCxn id="65" idx="2"/>
          </p:cNvCxnSpPr>
          <p:nvPr/>
        </p:nvCxnSpPr>
        <p:spPr>
          <a:xfrm flipV="1">
            <a:off x="9091559" y="3808471"/>
            <a:ext cx="120935" cy="15134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5A31508-3BEB-5E42-B0C9-C43ED24F290A}"/>
              </a:ext>
            </a:extLst>
          </p:cNvPr>
          <p:cNvSpPr txBox="1"/>
          <p:nvPr/>
        </p:nvSpPr>
        <p:spPr>
          <a:xfrm>
            <a:off x="2643820" y="5860124"/>
            <a:ext cx="1163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Petri dish  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2783645-6F49-FE41-8932-3AFB3F184625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3225488" y="5254493"/>
            <a:ext cx="446356" cy="6056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20" name="TextBox 4119">
                <a:extLst>
                  <a:ext uri="{FF2B5EF4-FFF2-40B4-BE49-F238E27FC236}">
                    <a16:creationId xmlns:a16="http://schemas.microsoft.com/office/drawing/2014/main" id="{4CE5EA51-814A-EB40-A8DA-9FDE36D29BD8}"/>
                  </a:ext>
                </a:extLst>
              </p:cNvPr>
              <p:cNvSpPr txBox="1"/>
              <p:nvPr/>
            </p:nvSpPr>
            <p:spPr>
              <a:xfrm>
                <a:off x="5191109" y="2171065"/>
                <a:ext cx="5453680" cy="1759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0" i="1" baseline="-2500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CA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𝑛𝑦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=1480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0.002</m:t>
                              </m:r>
                            </m:e>
                          </m:d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=1.11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𝑀𝐻𝑧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b="0" dirty="0">
                  <a:ea typeface="Cambria Math" panose="02040503050406030204" pitchFamily="18" charset="0"/>
                </a:endParaRPr>
              </a:p>
              <a:p>
                <a:endParaRPr lang="en-CA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120" name="TextBox 4119">
                <a:extLst>
                  <a:ext uri="{FF2B5EF4-FFF2-40B4-BE49-F238E27FC236}">
                    <a16:creationId xmlns:a16="http://schemas.microsoft.com/office/drawing/2014/main" id="{4CE5EA51-814A-EB40-A8DA-9FDE36D29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109" y="2171065"/>
                <a:ext cx="5453680" cy="17599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22" name="TextBox 4121">
            <a:extLst>
              <a:ext uri="{FF2B5EF4-FFF2-40B4-BE49-F238E27FC236}">
                <a16:creationId xmlns:a16="http://schemas.microsoft.com/office/drawing/2014/main" id="{41C6F117-F4B3-D14E-81C6-205004E85E25}"/>
              </a:ext>
            </a:extLst>
          </p:cNvPr>
          <p:cNvSpPr txBox="1"/>
          <p:nvPr/>
        </p:nvSpPr>
        <p:spPr>
          <a:xfrm>
            <a:off x="424077" y="991256"/>
            <a:ext cx="45911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Generating 3 acoustic pressure nodes at the center was doable across the width of the glass capillary </a:t>
            </a:r>
          </a:p>
          <a:p>
            <a:endParaRPr lang="en-US" dirty="0"/>
          </a:p>
          <a:p>
            <a:r>
              <a:rPr lang="en-US" dirty="0"/>
              <a:t>Glass capillary dimension: 2mm x 2mm</a:t>
            </a:r>
          </a:p>
        </p:txBody>
      </p:sp>
    </p:spTree>
    <p:extLst>
      <p:ext uri="{BB962C8B-B14F-4D97-AF65-F5344CB8AC3E}">
        <p14:creationId xmlns:p14="http://schemas.microsoft.com/office/powerpoint/2010/main" val="140152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89B6-2211-8A49-8FE0-345EF25D7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F0CE5E4-FBAA-3E40-9548-3C8113626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1449" y="1825625"/>
            <a:ext cx="6529101" cy="4351338"/>
          </a:xfr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5DE84444-F631-0042-8AC4-A1A1C22E9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FB1F5F-6286-9A47-97DC-5216F3303BE8}"/>
              </a:ext>
            </a:extLst>
          </p:cNvPr>
          <p:cNvSpPr txBox="1"/>
          <p:nvPr/>
        </p:nvSpPr>
        <p:spPr>
          <a:xfrm>
            <a:off x="486351" y="110996"/>
            <a:ext cx="10911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+mj-lt"/>
              </a:rPr>
              <a:t>Experiments on glass capillary and piezo transducers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58907A-A2E4-5C44-9BCA-D2C3AD311F7E}"/>
                  </a:ext>
                </a:extLst>
              </p:cNvPr>
              <p:cNvSpPr txBox="1"/>
              <p:nvPr/>
            </p:nvSpPr>
            <p:spPr>
              <a:xfrm>
                <a:off x="180499" y="1331007"/>
                <a:ext cx="5802290" cy="1759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CA" b="0" i="1" baseline="-2500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CA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𝑛𝑦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=1480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0.002</m:t>
                              </m:r>
                            </m:e>
                          </m:d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=1.11 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𝑀𝐻𝑧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b="0" dirty="0">
                  <a:ea typeface="Cambria Math" panose="02040503050406030204" pitchFamily="18" charset="0"/>
                </a:endParaRPr>
              </a:p>
              <a:p>
                <a:endParaRPr lang="en-CA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E58907A-A2E4-5C44-9BCA-D2C3AD311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99" y="1331007"/>
                <a:ext cx="5802290" cy="17599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5874EF6-3297-5045-A9CA-94C929A46A46}"/>
              </a:ext>
            </a:extLst>
          </p:cNvPr>
          <p:cNvSpPr txBox="1"/>
          <p:nvPr/>
        </p:nvSpPr>
        <p:spPr>
          <a:xfrm>
            <a:off x="6356168" y="1202994"/>
            <a:ext cx="231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Particle Size = 22 µm </a:t>
            </a:r>
          </a:p>
          <a:p>
            <a:r>
              <a:rPr lang="en-US" dirty="0"/>
              <a:t>Flow rate = 1 ml/min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EBDBE2-A461-E547-989A-234766896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75" t="43310" r="9185" b="20065"/>
          <a:stretch/>
        </p:blipFill>
        <p:spPr>
          <a:xfrm>
            <a:off x="486351" y="2153949"/>
            <a:ext cx="9219352" cy="327857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E10BB3B-8C57-FE4B-B953-A3DC82BB776A}"/>
              </a:ext>
            </a:extLst>
          </p:cNvPr>
          <p:cNvSpPr txBox="1"/>
          <p:nvPr/>
        </p:nvSpPr>
        <p:spPr>
          <a:xfrm>
            <a:off x="486351" y="5530632"/>
            <a:ext cx="2312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Frequency = 611.5 kHz</a:t>
            </a:r>
          </a:p>
          <a:p>
            <a:r>
              <a:rPr lang="en-US" dirty="0"/>
              <a:t>Voltage = 200 </a:t>
            </a:r>
            <a:r>
              <a:rPr lang="en-US" dirty="0" err="1"/>
              <a:t>Vpp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7364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103</Words>
  <Application>Microsoft Macintosh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Times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Joaquin Esreban Ramirez-Medina</dc:creator>
  <cp:lastModifiedBy>Joaquin Esreban Ramirez-Medina</cp:lastModifiedBy>
  <cp:revision>11</cp:revision>
  <dcterms:created xsi:type="dcterms:W3CDTF">2022-09-30T13:21:20Z</dcterms:created>
  <dcterms:modified xsi:type="dcterms:W3CDTF">2022-09-30T14:44:27Z</dcterms:modified>
</cp:coreProperties>
</file>